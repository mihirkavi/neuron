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8a3177e93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8a3177e93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bcd69f06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bcd69f06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8a3177e93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8a3177e93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8a3177e93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8a3177e93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8a3177e93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8a3177e93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8a3177e93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8a3177e93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a3177e93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a3177e93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8a3177e93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8a3177e93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8a3177e93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8a3177e93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8a3177e93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8a3177e93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8a3177e93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8a3177e93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8a3177e93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8a3177e93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Easy Transport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Intelligence Everywhere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The Current Scenario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Existing technology captures only about 25% of potential actionable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smart road sensor market is projected to be $5 billion by 2025.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Majority rely on basic camera and infrared technologies.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 more detailed Auto scheduling and Real time monitoring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Human Resource Allocation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</a:t>
            </a:r>
            <a:r>
              <a:rPr lang="en"/>
              <a:t>he Problem with Existing Tech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Limited Data Range: Primarily focus on visuals, missing out on a plethora of other sensory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Lack of Real-time Processing: Data latency issues leading to less effective decision-making.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Scalability &amp; Integration Issues: Difficulty in integrating with other smart city solutions.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Solution: Introduction to Easy Transport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Harnessing the power of 12+ sensors in one device.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Aiming to capture 80% of actionable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potential to tap into a growing $5 billion market.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Features and Benefits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Comprehensive Data: Unlike competitors, we provide 95% accurate road updates.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Enhanced Security &amp; Surveillance: Covering 10,000 sq. ft. per device with multi-sensor detection.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Natural Events &amp; Disaster Preparedness: Proactive monitoring and alerts for public safety.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Smart Parking &amp; Traffic Management: Advanced data analytics for urban planning.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Data Usage &amp; Monetization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Advertisers: A $1 billion targeted ad market opportunity based on urban mobility patterns.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Government: Enhancing smart city initiatives, targeting a $2 billion city upgrade market.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Public &amp; Emergency Services: A $500 million market for improved response times and monitoring.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Competitive Advantage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3x richer data insights.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Real-time data relay.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Seamless integration with existing smart city architectures.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Projected Market Penetration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Year 1: Aim for x% market share - $50 million revenue potential.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Year 2: Expand to y% market share - $250 million revenue potential.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Year 3: Secure z% market share - $500 million revenue goal.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Target Market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City Governments &amp; Urban Planners: Tapping into a multi-billion-dollar smart city initiative market.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Advertisers: A growing demand for location-based advertising.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Public Security &amp; Emergency Response Teams: Enhancing city safety and responsiveness.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Challenges &amp; Solutions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Privacy Concerns: Data anonymization and GDPR compliance.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Infrastructure &amp; Integration: Collaborations with city tech partners for smooth roll-out.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Data Management: Investing in advanced analytics to handle data volume and provide actionable insights.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Call to 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Seeking a $_ investment for rapid market penetration.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Collaborative opportunities with city planners and tech integrators.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5" title="Projected Revenue, Operational Costs and Profit/Los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36" y="0"/>
            <a:ext cx="831832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